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0BB244-E5E5-435E-B1C7-6FC6880F7143}" v="5" dt="2025-02-24T22:28:53.5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ia Jackson" userId="e5714b90b757720d" providerId="LiveId" clId="{B50BB244-E5E5-435E-B1C7-6FC6880F7143}"/>
    <pc:docChg chg="undo custSel addSld modSld">
      <pc:chgData name="Victoria Jackson" userId="e5714b90b757720d" providerId="LiveId" clId="{B50BB244-E5E5-435E-B1C7-6FC6880F7143}" dt="2025-02-25T15:46:37.906" v="1687" actId="20577"/>
      <pc:docMkLst>
        <pc:docMk/>
      </pc:docMkLst>
      <pc:sldChg chg="modSp new mod">
        <pc:chgData name="Victoria Jackson" userId="e5714b90b757720d" providerId="LiveId" clId="{B50BB244-E5E5-435E-B1C7-6FC6880F7143}" dt="2025-02-24T22:28:53.521" v="1453"/>
        <pc:sldMkLst>
          <pc:docMk/>
          <pc:sldMk cId="671897360" sldId="256"/>
        </pc:sldMkLst>
        <pc:spChg chg="mod">
          <ac:chgData name="Victoria Jackson" userId="e5714b90b757720d" providerId="LiveId" clId="{B50BB244-E5E5-435E-B1C7-6FC6880F7143}" dt="2025-02-24T22:28:53.521" v="1453"/>
          <ac:spMkLst>
            <pc:docMk/>
            <pc:sldMk cId="671897360" sldId="256"/>
            <ac:spMk id="2" creationId="{6406C956-92A9-CE4E-932B-F38AA1157A33}"/>
          </ac:spMkLst>
        </pc:spChg>
        <pc:spChg chg="mod">
          <ac:chgData name="Victoria Jackson" userId="e5714b90b757720d" providerId="LiveId" clId="{B50BB244-E5E5-435E-B1C7-6FC6880F7143}" dt="2025-02-24T22:28:53.521" v="1453"/>
          <ac:spMkLst>
            <pc:docMk/>
            <pc:sldMk cId="671897360" sldId="256"/>
            <ac:spMk id="3" creationId="{F893BAA3-4046-F3CB-8226-A1EE0A0C5744}"/>
          </ac:spMkLst>
        </pc:spChg>
      </pc:sldChg>
      <pc:sldChg chg="modSp new mod">
        <pc:chgData name="Victoria Jackson" userId="e5714b90b757720d" providerId="LiveId" clId="{B50BB244-E5E5-435E-B1C7-6FC6880F7143}" dt="2025-02-25T15:30:31.379" v="1588" actId="20577"/>
        <pc:sldMkLst>
          <pc:docMk/>
          <pc:sldMk cId="1262093496" sldId="257"/>
        </pc:sldMkLst>
        <pc:spChg chg="mod">
          <ac:chgData name="Victoria Jackson" userId="e5714b90b757720d" providerId="LiveId" clId="{B50BB244-E5E5-435E-B1C7-6FC6880F7143}" dt="2025-02-25T15:29:22.439" v="1556" actId="20577"/>
          <ac:spMkLst>
            <pc:docMk/>
            <pc:sldMk cId="1262093496" sldId="257"/>
            <ac:spMk id="2" creationId="{AAA89874-07C9-4A9E-DEA3-40771C978351}"/>
          </ac:spMkLst>
        </pc:spChg>
        <pc:spChg chg="mod">
          <ac:chgData name="Victoria Jackson" userId="e5714b90b757720d" providerId="LiveId" clId="{B50BB244-E5E5-435E-B1C7-6FC6880F7143}" dt="2025-02-25T15:30:31.379" v="1588" actId="20577"/>
          <ac:spMkLst>
            <pc:docMk/>
            <pc:sldMk cId="1262093496" sldId="257"/>
            <ac:spMk id="3" creationId="{9D3A79C8-3769-0209-3BC4-0ECA47EAE437}"/>
          </ac:spMkLst>
        </pc:spChg>
      </pc:sldChg>
      <pc:sldChg chg="modSp new mod">
        <pc:chgData name="Victoria Jackson" userId="e5714b90b757720d" providerId="LiveId" clId="{B50BB244-E5E5-435E-B1C7-6FC6880F7143}" dt="2025-02-24T22:28:53.521" v="1453"/>
        <pc:sldMkLst>
          <pc:docMk/>
          <pc:sldMk cId="549032623" sldId="258"/>
        </pc:sldMkLst>
        <pc:spChg chg="mod">
          <ac:chgData name="Victoria Jackson" userId="e5714b90b757720d" providerId="LiveId" clId="{B50BB244-E5E5-435E-B1C7-6FC6880F7143}" dt="2025-02-24T22:28:53.521" v="1453"/>
          <ac:spMkLst>
            <pc:docMk/>
            <pc:sldMk cId="549032623" sldId="258"/>
            <ac:spMk id="2" creationId="{4DE717C1-5A9D-7DCF-CE05-A96F7846A6A1}"/>
          </ac:spMkLst>
        </pc:spChg>
        <pc:spChg chg="mod">
          <ac:chgData name="Victoria Jackson" userId="e5714b90b757720d" providerId="LiveId" clId="{B50BB244-E5E5-435E-B1C7-6FC6880F7143}" dt="2025-02-24T22:28:53.521" v="1453"/>
          <ac:spMkLst>
            <pc:docMk/>
            <pc:sldMk cId="549032623" sldId="258"/>
            <ac:spMk id="3" creationId="{C4D69E17-E799-348B-0C92-D099B00B0EB5}"/>
          </ac:spMkLst>
        </pc:spChg>
      </pc:sldChg>
      <pc:sldChg chg="modSp new mod">
        <pc:chgData name="Victoria Jackson" userId="e5714b90b757720d" providerId="LiveId" clId="{B50BB244-E5E5-435E-B1C7-6FC6880F7143}" dt="2025-02-24T22:30:01.345" v="1534" actId="20577"/>
        <pc:sldMkLst>
          <pc:docMk/>
          <pc:sldMk cId="2041999029" sldId="259"/>
        </pc:sldMkLst>
        <pc:spChg chg="mod">
          <ac:chgData name="Victoria Jackson" userId="e5714b90b757720d" providerId="LiveId" clId="{B50BB244-E5E5-435E-B1C7-6FC6880F7143}" dt="2025-02-24T22:28:53.521" v="1453"/>
          <ac:spMkLst>
            <pc:docMk/>
            <pc:sldMk cId="2041999029" sldId="259"/>
            <ac:spMk id="2" creationId="{313F9DE0-C9C4-AD02-0CD1-0ED16C8C71EF}"/>
          </ac:spMkLst>
        </pc:spChg>
        <pc:spChg chg="mod">
          <ac:chgData name="Victoria Jackson" userId="e5714b90b757720d" providerId="LiveId" clId="{B50BB244-E5E5-435E-B1C7-6FC6880F7143}" dt="2025-02-24T22:30:01.345" v="1534" actId="20577"/>
          <ac:spMkLst>
            <pc:docMk/>
            <pc:sldMk cId="2041999029" sldId="259"/>
            <ac:spMk id="3" creationId="{0E99F021-29EA-451C-E92C-FD149B93B925}"/>
          </ac:spMkLst>
        </pc:spChg>
      </pc:sldChg>
      <pc:sldChg chg="modSp new mod">
        <pc:chgData name="Victoria Jackson" userId="e5714b90b757720d" providerId="LiveId" clId="{B50BB244-E5E5-435E-B1C7-6FC6880F7143}" dt="2025-02-25T15:46:37.906" v="1687" actId="20577"/>
        <pc:sldMkLst>
          <pc:docMk/>
          <pc:sldMk cId="2048236115" sldId="260"/>
        </pc:sldMkLst>
        <pc:spChg chg="mod">
          <ac:chgData name="Victoria Jackson" userId="e5714b90b757720d" providerId="LiveId" clId="{B50BB244-E5E5-435E-B1C7-6FC6880F7143}" dt="2025-02-25T15:29:45.941" v="1583" actId="20577"/>
          <ac:spMkLst>
            <pc:docMk/>
            <pc:sldMk cId="2048236115" sldId="260"/>
            <ac:spMk id="2" creationId="{0698FE37-6112-76EA-5645-CF87925A19C5}"/>
          </ac:spMkLst>
        </pc:spChg>
        <pc:spChg chg="mod">
          <ac:chgData name="Victoria Jackson" userId="e5714b90b757720d" providerId="LiveId" clId="{B50BB244-E5E5-435E-B1C7-6FC6880F7143}" dt="2025-02-25T15:46:37.906" v="1687" actId="20577"/>
          <ac:spMkLst>
            <pc:docMk/>
            <pc:sldMk cId="2048236115" sldId="260"/>
            <ac:spMk id="3" creationId="{20C8D4FA-3D16-3763-D8E3-47996AB25C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04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07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397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99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60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512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7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00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70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84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01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969DE-311C-4320-B38D-2A8AC65B14A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2DFA296-EA15-45C0-809E-95E685EA7B4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80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C956-92A9-CE4E-932B-F38AA1157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Carpenter v. 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3BAA3-4046-F3CB-8226-A1EE0A0C57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Tori Jackson</a:t>
            </a:r>
          </a:p>
        </p:txBody>
      </p:sp>
    </p:spTree>
    <p:extLst>
      <p:ext uri="{BB962C8B-B14F-4D97-AF65-F5344CB8AC3E}">
        <p14:creationId xmlns:p14="http://schemas.microsoft.com/office/powerpoint/2010/main" val="671897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9874-07C9-4A9E-DEA3-40771C978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A79C8-3769-0209-3BC4-0ECA47EAE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Phone providers can track phone location and previous movement with CSLI, which tracks via call connections and data transmissions.</a:t>
            </a:r>
          </a:p>
          <a:p>
            <a:r>
              <a:rPr lang="en-US" dirty="0"/>
              <a:t>Search warrants weren’t needed when the government needed information from a 3</a:t>
            </a:r>
            <a:r>
              <a:rPr lang="en-US" baseline="30000" dirty="0"/>
              <a:t>rd</a:t>
            </a:r>
            <a:r>
              <a:rPr lang="en-US" dirty="0"/>
              <a:t> party.</a:t>
            </a:r>
          </a:p>
        </p:txBody>
      </p:sp>
    </p:spTree>
    <p:extLst>
      <p:ext uri="{BB962C8B-B14F-4D97-AF65-F5344CB8AC3E}">
        <p14:creationId xmlns:p14="http://schemas.microsoft.com/office/powerpoint/2010/main" val="1262093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FE37-6112-76EA-5645-CF87925A1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the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8D4FA-3D16-3763-D8E3-47996AB25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2011, robbers in Detroit were arrested, and one gave up Timothy Carpenter’s phone to the FBI</a:t>
            </a:r>
          </a:p>
          <a:p>
            <a:r>
              <a:rPr lang="en-US" dirty="0"/>
              <a:t>The FBI asked and were given Carpenter’s CSLI without a warrant, which was enough evidence to arrest him.</a:t>
            </a:r>
          </a:p>
          <a:p>
            <a:r>
              <a:rPr lang="en-US" dirty="0"/>
              <a:t>2018 Ruling – Government needs a warrant to access someone’s cellphone location history.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23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17C1-5A9D-7DCF-CE05-A96F7846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Analysis</a:t>
            </a:r>
            <a:br>
              <a:rPr lang="en-US" dirty="0"/>
            </a:br>
            <a:r>
              <a:rPr lang="en-US" sz="3000" dirty="0"/>
              <a:t>Kantianism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9E17-E799-348B-0C92-D099B00B0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Course of Action – Make sure people’s phone locations and location history remain private information</a:t>
            </a:r>
          </a:p>
          <a:p>
            <a:pPr marL="0" indent="0">
              <a:buNone/>
            </a:pPr>
            <a:r>
              <a:rPr lang="en-US" dirty="0"/>
              <a:t>Maxim – Government officials need a warrant to access a person’s cell phone location history, whether to a 3</a:t>
            </a:r>
            <a:r>
              <a:rPr lang="en-US" baseline="30000" dirty="0"/>
              <a:t>rd</a:t>
            </a:r>
            <a:r>
              <a:rPr lang="en-US" dirty="0"/>
              <a:t> party or not.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Categorical Imperative – If the maxim was there before Carpenter’s arrest, Carpenter would have been unlawfully arrested since the FBI did not attain a warrant for Carpenters CSLI. </a:t>
            </a:r>
          </a:p>
        </p:txBody>
      </p:sp>
    </p:spTree>
    <p:extLst>
      <p:ext uri="{BB962C8B-B14F-4D97-AF65-F5344CB8AC3E}">
        <p14:creationId xmlns:p14="http://schemas.microsoft.com/office/powerpoint/2010/main" val="54903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9DE0-C9C4-AD02-0CD1-0ED16C8C7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Lingering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F021-29EA-451C-E92C-FD149B93B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was only location history affected, but not other important information? (call history, texts, etc.)</a:t>
            </a:r>
          </a:p>
          <a:p>
            <a:r>
              <a:rPr lang="en-US" dirty="0"/>
              <a:t>Carpenter was later found guilty based on the “good faith” law. Should that law apply in this situation?</a:t>
            </a:r>
          </a:p>
          <a:p>
            <a:r>
              <a:rPr lang="en-US" dirty="0"/>
              <a:t>Based on the Hoover Institution essay, would purchasing the data </a:t>
            </a:r>
            <a:r>
              <a:rPr lang="en-US"/>
              <a:t>be unethical?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99902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106</TotalTime>
  <Words>232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Carpenter v. US</vt:lpstr>
      <vt:lpstr>Background Information</vt:lpstr>
      <vt:lpstr>Summary of the case</vt:lpstr>
      <vt:lpstr>Ethical Analysis Kantianism</vt:lpstr>
      <vt:lpstr>Lingering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Jackson</dc:creator>
  <cp:lastModifiedBy>Victoria Jackson</cp:lastModifiedBy>
  <cp:revision>1</cp:revision>
  <dcterms:created xsi:type="dcterms:W3CDTF">2025-02-24T21:07:48Z</dcterms:created>
  <dcterms:modified xsi:type="dcterms:W3CDTF">2025-02-25T15:46:48Z</dcterms:modified>
</cp:coreProperties>
</file>