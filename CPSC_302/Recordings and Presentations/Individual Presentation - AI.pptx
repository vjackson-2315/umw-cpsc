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F9E31-A2EA-4B25-BBD1-71AE25397967}" v="20" dt="2025-03-19T19:17:30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Jackson" userId="e5714b90b757720d" providerId="LiveId" clId="{396F9E31-A2EA-4B25-BBD1-71AE25397967}"/>
    <pc:docChg chg="undo custSel addSld modSld">
      <pc:chgData name="Victoria Jackson" userId="e5714b90b757720d" providerId="LiveId" clId="{396F9E31-A2EA-4B25-BBD1-71AE25397967}" dt="2025-03-19T20:35:55.028" v="1318" actId="20577"/>
      <pc:docMkLst>
        <pc:docMk/>
      </pc:docMkLst>
      <pc:sldChg chg="modSp new mod">
        <pc:chgData name="Victoria Jackson" userId="e5714b90b757720d" providerId="LiveId" clId="{396F9E31-A2EA-4B25-BBD1-71AE25397967}" dt="2025-03-19T19:16:49.147" v="700"/>
        <pc:sldMkLst>
          <pc:docMk/>
          <pc:sldMk cId="2076872573" sldId="256"/>
        </pc:sldMkLst>
        <pc:spChg chg="mod">
          <ac:chgData name="Victoria Jackson" userId="e5714b90b757720d" providerId="LiveId" clId="{396F9E31-A2EA-4B25-BBD1-71AE25397967}" dt="2025-03-19T19:16:49.147" v="700"/>
          <ac:spMkLst>
            <pc:docMk/>
            <pc:sldMk cId="2076872573" sldId="256"/>
            <ac:spMk id="2" creationId="{9A54DCC1-5A33-777D-8E1D-E5687B6D9029}"/>
          </ac:spMkLst>
        </pc:spChg>
        <pc:spChg chg="mod">
          <ac:chgData name="Victoria Jackson" userId="e5714b90b757720d" providerId="LiveId" clId="{396F9E31-A2EA-4B25-BBD1-71AE25397967}" dt="2025-03-19T19:16:49.147" v="700"/>
          <ac:spMkLst>
            <pc:docMk/>
            <pc:sldMk cId="2076872573" sldId="256"/>
            <ac:spMk id="3" creationId="{B7C4AF2B-3B27-BFCC-EDC1-CFD374185973}"/>
          </ac:spMkLst>
        </pc:spChg>
      </pc:sldChg>
      <pc:sldChg chg="modSp new mod">
        <pc:chgData name="Victoria Jackson" userId="e5714b90b757720d" providerId="LiveId" clId="{396F9E31-A2EA-4B25-BBD1-71AE25397967}" dt="2025-03-19T19:16:49.356" v="701" actId="27636"/>
        <pc:sldMkLst>
          <pc:docMk/>
          <pc:sldMk cId="2028326235" sldId="257"/>
        </pc:sldMkLst>
        <pc:spChg chg="mod">
          <ac:chgData name="Victoria Jackson" userId="e5714b90b757720d" providerId="LiveId" clId="{396F9E31-A2EA-4B25-BBD1-71AE25397967}" dt="2025-03-19T19:16:49.147" v="700"/>
          <ac:spMkLst>
            <pc:docMk/>
            <pc:sldMk cId="2028326235" sldId="257"/>
            <ac:spMk id="2" creationId="{0367E495-7EAA-1844-9335-CFC844A83B88}"/>
          </ac:spMkLst>
        </pc:spChg>
        <pc:spChg chg="mod">
          <ac:chgData name="Victoria Jackson" userId="e5714b90b757720d" providerId="LiveId" clId="{396F9E31-A2EA-4B25-BBD1-71AE25397967}" dt="2025-03-19T19:16:49.356" v="701" actId="27636"/>
          <ac:spMkLst>
            <pc:docMk/>
            <pc:sldMk cId="2028326235" sldId="257"/>
            <ac:spMk id="3" creationId="{3905A17D-948D-8533-4CFE-274B9DF997EF}"/>
          </ac:spMkLst>
        </pc:spChg>
      </pc:sldChg>
      <pc:sldChg chg="addSp delSp modSp new mod">
        <pc:chgData name="Victoria Jackson" userId="e5714b90b757720d" providerId="LiveId" clId="{396F9E31-A2EA-4B25-BBD1-71AE25397967}" dt="2025-03-19T20:04:19.313" v="984" actId="20577"/>
        <pc:sldMkLst>
          <pc:docMk/>
          <pc:sldMk cId="3108019885" sldId="258"/>
        </pc:sldMkLst>
        <pc:spChg chg="mod">
          <ac:chgData name="Victoria Jackson" userId="e5714b90b757720d" providerId="LiveId" clId="{396F9E31-A2EA-4B25-BBD1-71AE25397967}" dt="2025-03-19T19:20:33.244" v="711" actId="1076"/>
          <ac:spMkLst>
            <pc:docMk/>
            <pc:sldMk cId="3108019885" sldId="258"/>
            <ac:spMk id="2" creationId="{1DEBB2FB-C833-FE10-AADF-686FC8BDC20A}"/>
          </ac:spMkLst>
        </pc:spChg>
        <pc:spChg chg="del mod">
          <ac:chgData name="Victoria Jackson" userId="e5714b90b757720d" providerId="LiveId" clId="{396F9E31-A2EA-4B25-BBD1-71AE25397967}" dt="2025-03-19T19:17:28.788" v="702" actId="478"/>
          <ac:spMkLst>
            <pc:docMk/>
            <pc:sldMk cId="3108019885" sldId="258"/>
            <ac:spMk id="3" creationId="{DC7F70DB-0E78-7337-5411-2675687991F2}"/>
          </ac:spMkLst>
        </pc:spChg>
        <pc:spChg chg="add mod">
          <ac:chgData name="Victoria Jackson" userId="e5714b90b757720d" providerId="LiveId" clId="{396F9E31-A2EA-4B25-BBD1-71AE25397967}" dt="2025-03-18T19:05:37.723" v="162"/>
          <ac:spMkLst>
            <pc:docMk/>
            <pc:sldMk cId="3108019885" sldId="258"/>
            <ac:spMk id="4" creationId="{429C9F36-CB39-F0CB-62C4-F23BC134654F}"/>
          </ac:spMkLst>
        </pc:spChg>
        <pc:spChg chg="add mod">
          <ac:chgData name="Victoria Jackson" userId="e5714b90b757720d" providerId="LiveId" clId="{396F9E31-A2EA-4B25-BBD1-71AE25397967}" dt="2025-03-18T19:05:37.352" v="160"/>
          <ac:spMkLst>
            <pc:docMk/>
            <pc:sldMk cId="3108019885" sldId="258"/>
            <ac:spMk id="5" creationId="{72BDFF45-9EB7-F7F1-9D8D-9E98C2D0D83F}"/>
          </ac:spMkLst>
        </pc:spChg>
        <pc:spChg chg="add del mod">
          <ac:chgData name="Victoria Jackson" userId="e5714b90b757720d" providerId="LiveId" clId="{396F9E31-A2EA-4B25-BBD1-71AE25397967}" dt="2025-03-19T19:17:50.453" v="706" actId="478"/>
          <ac:spMkLst>
            <pc:docMk/>
            <pc:sldMk cId="3108019885" sldId="258"/>
            <ac:spMk id="5" creationId="{BD89C719-4B5C-E8F3-E428-F1D31A0220C4}"/>
          </ac:spMkLst>
        </pc:spChg>
        <pc:spChg chg="add mod">
          <ac:chgData name="Victoria Jackson" userId="e5714b90b757720d" providerId="LiveId" clId="{396F9E31-A2EA-4B25-BBD1-71AE25397967}" dt="2025-03-19T19:42:37.387" v="778" actId="20577"/>
          <ac:spMkLst>
            <pc:docMk/>
            <pc:sldMk cId="3108019885" sldId="258"/>
            <ac:spMk id="6" creationId="{0E51F88A-6855-B4EE-0F42-C4F31D956DB8}"/>
          </ac:spMkLst>
        </pc:spChg>
        <pc:spChg chg="add mod">
          <ac:chgData name="Victoria Jackson" userId="e5714b90b757720d" providerId="LiveId" clId="{396F9E31-A2EA-4B25-BBD1-71AE25397967}" dt="2025-03-18T19:05:36.156" v="154"/>
          <ac:spMkLst>
            <pc:docMk/>
            <pc:sldMk cId="3108019885" sldId="258"/>
            <ac:spMk id="6" creationId="{1CC73F4E-CB90-200A-1393-6834D5E4D49B}"/>
          </ac:spMkLst>
        </pc:spChg>
        <pc:spChg chg="add del mod">
          <ac:chgData name="Victoria Jackson" userId="e5714b90b757720d" providerId="LiveId" clId="{396F9E31-A2EA-4B25-BBD1-71AE25397967}" dt="2025-03-18T19:05:34.412" v="146"/>
          <ac:spMkLst>
            <pc:docMk/>
            <pc:sldMk cId="3108019885" sldId="258"/>
            <ac:spMk id="7" creationId="{6477FAA2-221A-B184-65DC-9B28EB173100}"/>
          </ac:spMkLst>
        </pc:spChg>
        <pc:spChg chg="add mod">
          <ac:chgData name="Victoria Jackson" userId="e5714b90b757720d" providerId="LiveId" clId="{396F9E31-A2EA-4B25-BBD1-71AE25397967}" dt="2025-03-19T19:48:51.390" v="850" actId="20577"/>
          <ac:spMkLst>
            <pc:docMk/>
            <pc:sldMk cId="3108019885" sldId="258"/>
            <ac:spMk id="8" creationId="{4785D2A7-1D56-C120-74E4-A8CF325D4E2D}"/>
          </ac:spMkLst>
        </pc:spChg>
        <pc:spChg chg="add mod">
          <ac:chgData name="Victoria Jackson" userId="e5714b90b757720d" providerId="LiveId" clId="{396F9E31-A2EA-4B25-BBD1-71AE25397967}" dt="2025-03-18T19:06:48.010" v="196"/>
          <ac:spMkLst>
            <pc:docMk/>
            <pc:sldMk cId="3108019885" sldId="258"/>
            <ac:spMk id="9" creationId="{E3953132-C9DF-27D6-0D85-FE75A994D9FE}"/>
          </ac:spMkLst>
        </pc:spChg>
        <pc:spChg chg="add mod">
          <ac:chgData name="Victoria Jackson" userId="e5714b90b757720d" providerId="LiveId" clId="{396F9E31-A2EA-4B25-BBD1-71AE25397967}" dt="2025-03-18T19:06:48.010" v="196"/>
          <ac:spMkLst>
            <pc:docMk/>
            <pc:sldMk cId="3108019885" sldId="258"/>
            <ac:spMk id="10" creationId="{0D6A2775-D2C8-6060-3F92-D41B3E64D6D2}"/>
          </ac:spMkLst>
        </pc:spChg>
        <pc:spChg chg="add mod">
          <ac:chgData name="Victoria Jackson" userId="e5714b90b757720d" providerId="LiveId" clId="{396F9E31-A2EA-4B25-BBD1-71AE25397967}" dt="2025-03-19T19:53:54.278" v="910" actId="20577"/>
          <ac:spMkLst>
            <pc:docMk/>
            <pc:sldMk cId="3108019885" sldId="258"/>
            <ac:spMk id="11" creationId="{29A5A82A-E5C5-063A-304B-73215A1167D6}"/>
          </ac:spMkLst>
        </pc:spChg>
        <pc:spChg chg="add mod">
          <ac:chgData name="Victoria Jackson" userId="e5714b90b757720d" providerId="LiveId" clId="{396F9E31-A2EA-4B25-BBD1-71AE25397967}" dt="2025-03-19T20:04:19.313" v="984" actId="20577"/>
          <ac:spMkLst>
            <pc:docMk/>
            <pc:sldMk cId="3108019885" sldId="258"/>
            <ac:spMk id="12" creationId="{42A6268D-BD0C-805A-B06E-F3153F58CBEE}"/>
          </ac:spMkLst>
        </pc:spChg>
      </pc:sldChg>
      <pc:sldChg chg="modSp new mod">
        <pc:chgData name="Victoria Jackson" userId="e5714b90b757720d" providerId="LiveId" clId="{396F9E31-A2EA-4B25-BBD1-71AE25397967}" dt="2025-03-19T20:15:46.488" v="1116" actId="20577"/>
        <pc:sldMkLst>
          <pc:docMk/>
          <pc:sldMk cId="1695002606" sldId="259"/>
        </pc:sldMkLst>
        <pc:spChg chg="mod">
          <ac:chgData name="Victoria Jackson" userId="e5714b90b757720d" providerId="LiveId" clId="{396F9E31-A2EA-4B25-BBD1-71AE25397967}" dt="2025-03-19T19:56:00.185" v="940" actId="313"/>
          <ac:spMkLst>
            <pc:docMk/>
            <pc:sldMk cId="1695002606" sldId="259"/>
            <ac:spMk id="2" creationId="{5630B26C-CDDA-254F-4F0E-70DB4D908B81}"/>
          </ac:spMkLst>
        </pc:spChg>
        <pc:spChg chg="mod">
          <ac:chgData name="Victoria Jackson" userId="e5714b90b757720d" providerId="LiveId" clId="{396F9E31-A2EA-4B25-BBD1-71AE25397967}" dt="2025-03-19T20:15:46.488" v="1116" actId="20577"/>
          <ac:spMkLst>
            <pc:docMk/>
            <pc:sldMk cId="1695002606" sldId="259"/>
            <ac:spMk id="3" creationId="{4E81A2A3-3B94-9839-EB8B-534C8B4336C6}"/>
          </ac:spMkLst>
        </pc:spChg>
      </pc:sldChg>
      <pc:sldChg chg="addSp delSp modSp new mod modClrScheme chgLayout">
        <pc:chgData name="Victoria Jackson" userId="e5714b90b757720d" providerId="LiveId" clId="{396F9E31-A2EA-4B25-BBD1-71AE25397967}" dt="2025-03-19T20:35:55.028" v="1318" actId="20577"/>
        <pc:sldMkLst>
          <pc:docMk/>
          <pc:sldMk cId="3192285104" sldId="260"/>
        </pc:sldMkLst>
        <pc:spChg chg="mod ord">
          <ac:chgData name="Victoria Jackson" userId="e5714b90b757720d" providerId="LiveId" clId="{396F9E31-A2EA-4B25-BBD1-71AE25397967}" dt="2025-03-19T20:27:11.165" v="1128" actId="700"/>
          <ac:spMkLst>
            <pc:docMk/>
            <pc:sldMk cId="3192285104" sldId="260"/>
            <ac:spMk id="2" creationId="{8EA7CC5A-58A1-F5ED-BCCF-84D3ED19B4B8}"/>
          </ac:spMkLst>
        </pc:spChg>
        <pc:spChg chg="del mod ord">
          <ac:chgData name="Victoria Jackson" userId="e5714b90b757720d" providerId="LiveId" clId="{396F9E31-A2EA-4B25-BBD1-71AE25397967}" dt="2025-03-19T20:27:11.165" v="1128" actId="700"/>
          <ac:spMkLst>
            <pc:docMk/>
            <pc:sldMk cId="3192285104" sldId="260"/>
            <ac:spMk id="3" creationId="{FCF1ABB1-F0BB-0F10-BBD4-AD786398DF74}"/>
          </ac:spMkLst>
        </pc:spChg>
        <pc:spChg chg="add mod ord">
          <ac:chgData name="Victoria Jackson" userId="e5714b90b757720d" providerId="LiveId" clId="{396F9E31-A2EA-4B25-BBD1-71AE25397967}" dt="2025-03-19T20:28:09.274" v="1199" actId="20577"/>
          <ac:spMkLst>
            <pc:docMk/>
            <pc:sldMk cId="3192285104" sldId="260"/>
            <ac:spMk id="4" creationId="{96EFAB62-E36C-96A7-EE72-AA6C8F82AEA0}"/>
          </ac:spMkLst>
        </pc:spChg>
        <pc:spChg chg="add mod ord">
          <ac:chgData name="Victoria Jackson" userId="e5714b90b757720d" providerId="LiveId" clId="{396F9E31-A2EA-4B25-BBD1-71AE25397967}" dt="2025-03-19T20:31:16.596" v="1227"/>
          <ac:spMkLst>
            <pc:docMk/>
            <pc:sldMk cId="3192285104" sldId="260"/>
            <ac:spMk id="5" creationId="{F76EE6F4-0570-8FDC-2A91-82F215839AA5}"/>
          </ac:spMkLst>
        </pc:spChg>
        <pc:spChg chg="add mod ord">
          <ac:chgData name="Victoria Jackson" userId="e5714b90b757720d" providerId="LiveId" clId="{396F9E31-A2EA-4B25-BBD1-71AE25397967}" dt="2025-03-19T20:27:34.322" v="1173" actId="14100"/>
          <ac:spMkLst>
            <pc:docMk/>
            <pc:sldMk cId="3192285104" sldId="260"/>
            <ac:spMk id="6" creationId="{0FA4A5AD-5D57-84B8-E67F-A0AEE86BCEC7}"/>
          </ac:spMkLst>
        </pc:spChg>
        <pc:spChg chg="add mod ord">
          <ac:chgData name="Victoria Jackson" userId="e5714b90b757720d" providerId="LiveId" clId="{396F9E31-A2EA-4B25-BBD1-71AE25397967}" dt="2025-03-19T20:35:55.028" v="1318" actId="20577"/>
          <ac:spMkLst>
            <pc:docMk/>
            <pc:sldMk cId="3192285104" sldId="260"/>
            <ac:spMk id="7" creationId="{E5B9E533-3E17-1414-23FA-F79A40D106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3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5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2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0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0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3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3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1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44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24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72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21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89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5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CAB8B6-5A0A-424B-BDBA-E8B47B4DD22A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D5C95B-BF30-4D9D-9862-E681CADF8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9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DCC1-5A33-777D-8E1D-E5687B6D9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Ethical Issues With AI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4AF2B-3B27-BFCC-EDC1-CFD3741859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Tori Jackson</a:t>
            </a:r>
          </a:p>
        </p:txBody>
      </p:sp>
    </p:spTree>
    <p:extLst>
      <p:ext uri="{BB962C8B-B14F-4D97-AF65-F5344CB8AC3E}">
        <p14:creationId xmlns:p14="http://schemas.microsoft.com/office/powerpoint/2010/main" val="207687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E495-7EAA-1844-9335-CFC844A8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5A17D-948D-8533-4CFE-274B9DF99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 (Artificial Intelligence)</a:t>
            </a:r>
          </a:p>
          <a:p>
            <a:r>
              <a:rPr lang="en-US" dirty="0"/>
              <a:t>Computer systems that can perform tasks associated with human intelligence</a:t>
            </a:r>
          </a:p>
          <a:p>
            <a:r>
              <a:rPr lang="en-US" dirty="0"/>
              <a:t>Known today for:</a:t>
            </a:r>
          </a:p>
          <a:p>
            <a:pPr lvl="1"/>
            <a:r>
              <a:rPr lang="en-US" dirty="0"/>
              <a:t>Search Engine + Recommendation Algorithms</a:t>
            </a:r>
          </a:p>
          <a:p>
            <a:pPr lvl="1"/>
            <a:r>
              <a:rPr lang="en-US" dirty="0"/>
              <a:t>Virtual Assistants</a:t>
            </a:r>
          </a:p>
          <a:p>
            <a:pPr lvl="1"/>
            <a:r>
              <a:rPr lang="en-US" dirty="0"/>
              <a:t>Generative/Creative tools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32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B2FB-C833-FE10-AADF-686FC8BD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715" y="241147"/>
            <a:ext cx="10018713" cy="1752599"/>
          </a:xfrm>
        </p:spPr>
        <p:txBody>
          <a:bodyPr/>
          <a:lstStyle/>
          <a:p>
            <a:r>
              <a:rPr lang="en-US" dirty="0"/>
              <a:t>Issues AI Presents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85D2A7-1D56-C120-74E4-A8CF325D4E2D}"/>
              </a:ext>
            </a:extLst>
          </p:cNvPr>
          <p:cNvSpPr txBox="1">
            <a:spLocks/>
          </p:cNvSpPr>
          <p:nvPr/>
        </p:nvSpPr>
        <p:spPr>
          <a:xfrm>
            <a:off x="6322142" y="1973109"/>
            <a:ext cx="5031658" cy="20876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Disappearance of Jobs</a:t>
            </a:r>
          </a:p>
          <a:p>
            <a:r>
              <a:rPr lang="en-US" sz="2000" dirty="0"/>
              <a:t>No need for human workers</a:t>
            </a:r>
          </a:p>
          <a:p>
            <a:r>
              <a:rPr lang="en-US" sz="2000" dirty="0"/>
              <a:t>Cheaper ways for companies to work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A5A82A-E5C5-063A-304B-73215A1167D6}"/>
              </a:ext>
            </a:extLst>
          </p:cNvPr>
          <p:cNvSpPr txBox="1">
            <a:spLocks/>
          </p:cNvSpPr>
          <p:nvPr/>
        </p:nvSpPr>
        <p:spPr>
          <a:xfrm>
            <a:off x="1064342" y="4195660"/>
            <a:ext cx="5031658" cy="20876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Data Misuse</a:t>
            </a:r>
          </a:p>
          <a:p>
            <a:r>
              <a:rPr lang="en-US" sz="2000" dirty="0"/>
              <a:t>Uses personal data for training</a:t>
            </a:r>
          </a:p>
          <a:p>
            <a:r>
              <a:rPr lang="en-US" sz="2000" dirty="0"/>
              <a:t>Can users consent?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2A6268D-BD0C-805A-B06E-F3153F58CBEE}"/>
              </a:ext>
            </a:extLst>
          </p:cNvPr>
          <p:cNvSpPr txBox="1">
            <a:spLocks/>
          </p:cNvSpPr>
          <p:nvPr/>
        </p:nvSpPr>
        <p:spPr>
          <a:xfrm>
            <a:off x="6322142" y="4195660"/>
            <a:ext cx="5031658" cy="20876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Lack of Human Interaction</a:t>
            </a:r>
          </a:p>
          <a:p>
            <a:r>
              <a:rPr lang="en-US" sz="2000" dirty="0"/>
              <a:t>Rise of chatbots</a:t>
            </a:r>
          </a:p>
          <a:p>
            <a:r>
              <a:rPr lang="en-US" sz="2000" dirty="0"/>
              <a:t>Larger loneliness epidemic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51F88A-6855-B4EE-0F42-C4F31D956DB8}"/>
              </a:ext>
            </a:extLst>
          </p:cNvPr>
          <p:cNvSpPr txBox="1">
            <a:spLocks/>
          </p:cNvSpPr>
          <p:nvPr/>
        </p:nvSpPr>
        <p:spPr>
          <a:xfrm>
            <a:off x="1064342" y="1993746"/>
            <a:ext cx="5031658" cy="20876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Bias and Discrimination</a:t>
            </a:r>
          </a:p>
          <a:p>
            <a:r>
              <a:rPr lang="en-US" sz="2000" dirty="0"/>
              <a:t>May/may not be intended</a:t>
            </a:r>
          </a:p>
          <a:p>
            <a:r>
              <a:rPr lang="en-US" sz="2000" dirty="0"/>
              <a:t>Can continue to marginalize communities</a:t>
            </a:r>
          </a:p>
        </p:txBody>
      </p:sp>
    </p:spTree>
    <p:extLst>
      <p:ext uri="{BB962C8B-B14F-4D97-AF65-F5344CB8AC3E}">
        <p14:creationId xmlns:p14="http://schemas.microsoft.com/office/powerpoint/2010/main" val="310801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B26C-CDDA-254F-4F0E-70DB4D90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Disappearance of Jobs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1A2A3-3B94-9839-EB8B-534C8B433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Larger class divide</a:t>
            </a:r>
          </a:p>
          <a:p>
            <a:r>
              <a:rPr lang="en-US" dirty="0"/>
              <a:t>Many people out of jobs</a:t>
            </a:r>
          </a:p>
          <a:p>
            <a:r>
              <a:rPr lang="en-US" dirty="0"/>
              <a:t>Potential economic collapse</a:t>
            </a:r>
          </a:p>
          <a:p>
            <a:r>
              <a:rPr lang="en-US" dirty="0"/>
              <a:t>AI is cheaper; Companies don’t need to pay for jobs</a:t>
            </a:r>
          </a:p>
        </p:txBody>
      </p:sp>
    </p:spTree>
    <p:extLst>
      <p:ext uri="{BB962C8B-B14F-4D97-AF65-F5344CB8AC3E}">
        <p14:creationId xmlns:p14="http://schemas.microsoft.com/office/powerpoint/2010/main" val="169500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CC5A-58A1-F5ED-BCCF-84D3ED19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Action on AI and Jobs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FAB62-E36C-96A7-EE72-AA6C8F82A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1" y="2212258"/>
            <a:ext cx="4895056" cy="1022537"/>
          </a:xfrm>
        </p:spPr>
        <p:txBody>
          <a:bodyPr/>
          <a:lstStyle/>
          <a:p>
            <a:pPr algn="ctr"/>
            <a:r>
              <a:rPr lang="en-US" dirty="0"/>
              <a:t>2023-2024</a:t>
            </a:r>
          </a:p>
          <a:p>
            <a:pPr algn="ctr"/>
            <a:r>
              <a:rPr lang="en-US" dirty="0"/>
              <a:t>Biden Executive Order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6EE6F4-0570-8FDC-2A91-82F215839A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“AI should not be deployed in ways that undermine rights, worsen job quality, encourage undue worker surveillance, lessen market competition, introduce new health and safety risks, or cause harmful labor- force disruptions.”</a:t>
            </a:r>
          </a:p>
          <a:p>
            <a:pPr marL="0" indent="0">
              <a:buNone/>
            </a:pPr>
            <a:r>
              <a:rPr lang="en-US" dirty="0"/>
              <a:t>- Executive Order 14110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A4A5AD-5D57-84B8-E67F-A0AEE86BC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0487" y="2438399"/>
            <a:ext cx="4622537" cy="804863"/>
          </a:xfrm>
        </p:spPr>
        <p:txBody>
          <a:bodyPr/>
          <a:lstStyle/>
          <a:p>
            <a:pPr algn="ctr"/>
            <a:r>
              <a:rPr lang="en-US" dirty="0"/>
              <a:t>Today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B9E533-3E17-1414-23FA-F79A40D106E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Trump revoked Order 14110</a:t>
            </a:r>
          </a:p>
          <a:p>
            <a:r>
              <a:rPr lang="en-US" dirty="0"/>
              <a:t>DOGE to replace government workers with AI</a:t>
            </a:r>
          </a:p>
        </p:txBody>
      </p:sp>
    </p:spTree>
    <p:extLst>
      <p:ext uri="{BB962C8B-B14F-4D97-AF65-F5344CB8AC3E}">
        <p14:creationId xmlns:p14="http://schemas.microsoft.com/office/powerpoint/2010/main" val="3192285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272</TotalTime>
  <Words>184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Corbel</vt:lpstr>
      <vt:lpstr>Lato Extended</vt:lpstr>
      <vt:lpstr>Parallax</vt:lpstr>
      <vt:lpstr>Ethical Issues With AI</vt:lpstr>
      <vt:lpstr>What is AI?</vt:lpstr>
      <vt:lpstr>Issues AI Presents</vt:lpstr>
      <vt:lpstr>Disappearance of Jobs Cont.</vt:lpstr>
      <vt:lpstr>Government Action on AI and Jobs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Jackson</dc:creator>
  <cp:lastModifiedBy>Victoria Jackson</cp:lastModifiedBy>
  <cp:revision>1</cp:revision>
  <dcterms:created xsi:type="dcterms:W3CDTF">2025-03-18T18:59:50Z</dcterms:created>
  <dcterms:modified xsi:type="dcterms:W3CDTF">2025-03-19T21:45:09Z</dcterms:modified>
</cp:coreProperties>
</file>