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5E69D0-FA25-48B2-926C-17860CF439AF}" v="8" dt="2025-04-02T18:36:36.9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ia Jackson" userId="e5714b90b757720d" providerId="LiveId" clId="{4E5E69D0-FA25-48B2-926C-17860CF439AF}"/>
    <pc:docChg chg="undo custSel addSld delSld modSld">
      <pc:chgData name="Victoria Jackson" userId="e5714b90b757720d" providerId="LiveId" clId="{4E5E69D0-FA25-48B2-926C-17860CF439AF}" dt="2025-04-02T18:56:39.039" v="1501" actId="113"/>
      <pc:docMkLst>
        <pc:docMk/>
      </pc:docMkLst>
      <pc:sldChg chg="modSp new mod">
        <pc:chgData name="Victoria Jackson" userId="e5714b90b757720d" providerId="LiveId" clId="{4E5E69D0-FA25-48B2-926C-17860CF439AF}" dt="2025-04-02T18:56:39.039" v="1501" actId="113"/>
        <pc:sldMkLst>
          <pc:docMk/>
          <pc:sldMk cId="4287202256" sldId="256"/>
        </pc:sldMkLst>
        <pc:spChg chg="mod">
          <ac:chgData name="Victoria Jackson" userId="e5714b90b757720d" providerId="LiveId" clId="{4E5E69D0-FA25-48B2-926C-17860CF439AF}" dt="2025-04-02T18:56:07.257" v="1496" actId="122"/>
          <ac:spMkLst>
            <pc:docMk/>
            <pc:sldMk cId="4287202256" sldId="256"/>
            <ac:spMk id="2" creationId="{98DEE950-43E0-06DF-2A4E-82492706F6F9}"/>
          </ac:spMkLst>
        </pc:spChg>
        <pc:spChg chg="mod">
          <ac:chgData name="Victoria Jackson" userId="e5714b90b757720d" providerId="LiveId" clId="{4E5E69D0-FA25-48B2-926C-17860CF439AF}" dt="2025-04-02T18:56:39.039" v="1501" actId="113"/>
          <ac:spMkLst>
            <pc:docMk/>
            <pc:sldMk cId="4287202256" sldId="256"/>
            <ac:spMk id="3" creationId="{62BB39E5-A0C1-21E5-6D3D-F5EA3880CD52}"/>
          </ac:spMkLst>
        </pc:spChg>
      </pc:sldChg>
      <pc:sldChg chg="addSp delSp modSp new mod modClrScheme chgLayout">
        <pc:chgData name="Victoria Jackson" userId="e5714b90b757720d" providerId="LiveId" clId="{4E5E69D0-FA25-48B2-926C-17860CF439AF}" dt="2025-04-02T18:37:01.653" v="1490" actId="2711"/>
        <pc:sldMkLst>
          <pc:docMk/>
          <pc:sldMk cId="984702881" sldId="257"/>
        </pc:sldMkLst>
        <pc:spChg chg="mod ord">
          <ac:chgData name="Victoria Jackson" userId="e5714b90b757720d" providerId="LiveId" clId="{4E5E69D0-FA25-48B2-926C-17860CF439AF}" dt="2025-04-02T18:37:01.653" v="1490" actId="2711"/>
          <ac:spMkLst>
            <pc:docMk/>
            <pc:sldMk cId="984702881" sldId="257"/>
            <ac:spMk id="3" creationId="{FC254B0C-D227-C59A-FB9B-6BB1378C3EF5}"/>
          </ac:spMkLst>
        </pc:spChg>
        <pc:spChg chg="add mod ord">
          <ac:chgData name="Victoria Jackson" userId="e5714b90b757720d" providerId="LiveId" clId="{4E5E69D0-FA25-48B2-926C-17860CF439AF}" dt="2025-04-02T18:36:36.917" v="1488"/>
          <ac:spMkLst>
            <pc:docMk/>
            <pc:sldMk cId="984702881" sldId="257"/>
            <ac:spMk id="4" creationId="{99DC28AE-237E-284F-604B-0614ECAA6BF1}"/>
          </ac:spMkLst>
        </pc:spChg>
        <pc:spChg chg="add mod ord">
          <ac:chgData name="Victoria Jackson" userId="e5714b90b757720d" providerId="LiveId" clId="{4E5E69D0-FA25-48B2-926C-17860CF439AF}" dt="2025-04-02T18:36:36.917" v="1488"/>
          <ac:spMkLst>
            <pc:docMk/>
            <pc:sldMk cId="984702881" sldId="257"/>
            <ac:spMk id="5" creationId="{65547F2F-AC7C-F09E-CDF1-16547DC3ECB0}"/>
          </ac:spMkLst>
        </pc:spChg>
        <pc:spChg chg="add mod ord">
          <ac:chgData name="Victoria Jackson" userId="e5714b90b757720d" providerId="LiveId" clId="{4E5E69D0-FA25-48B2-926C-17860CF439AF}" dt="2025-04-02T18:36:36.917" v="1488"/>
          <ac:spMkLst>
            <pc:docMk/>
            <pc:sldMk cId="984702881" sldId="257"/>
            <ac:spMk id="6" creationId="{B4F10BDF-39C8-7326-AA72-52BFEB81D6D3}"/>
          </ac:spMkLst>
        </pc:spChg>
        <pc:spChg chg="add mod ord">
          <ac:chgData name="Victoria Jackson" userId="e5714b90b757720d" providerId="LiveId" clId="{4E5E69D0-FA25-48B2-926C-17860CF439AF}" dt="2025-04-02T18:36:36.917" v="1488"/>
          <ac:spMkLst>
            <pc:docMk/>
            <pc:sldMk cId="984702881" sldId="257"/>
            <ac:spMk id="7" creationId="{00B20A1D-BEA0-7CEA-1357-849A3932E163}"/>
          </ac:spMkLst>
        </pc:spChg>
      </pc:sldChg>
      <pc:sldChg chg="modSp new del mod">
        <pc:chgData name="Victoria Jackson" userId="e5714b90b757720d" providerId="LiveId" clId="{4E5E69D0-FA25-48B2-926C-17860CF439AF}" dt="2025-03-31T21:08:10.874" v="207" actId="47"/>
        <pc:sldMkLst>
          <pc:docMk/>
          <pc:sldMk cId="2269245370" sldId="258"/>
        </pc:sldMkLst>
      </pc:sldChg>
      <pc:sldChg chg="modSp new mod">
        <pc:chgData name="Victoria Jackson" userId="e5714b90b757720d" providerId="LiveId" clId="{4E5E69D0-FA25-48B2-926C-17860CF439AF}" dt="2025-04-02T18:37:19.819" v="1493" actId="255"/>
        <pc:sldMkLst>
          <pc:docMk/>
          <pc:sldMk cId="4067884560" sldId="259"/>
        </pc:sldMkLst>
        <pc:spChg chg="mod">
          <ac:chgData name="Victoria Jackson" userId="e5714b90b757720d" providerId="LiveId" clId="{4E5E69D0-FA25-48B2-926C-17860CF439AF}" dt="2025-04-02T18:36:36.917" v="1488"/>
          <ac:spMkLst>
            <pc:docMk/>
            <pc:sldMk cId="4067884560" sldId="259"/>
            <ac:spMk id="2" creationId="{ABC0C5CC-B45A-758D-6F80-3DB0881BE2C6}"/>
          </ac:spMkLst>
        </pc:spChg>
        <pc:spChg chg="mod">
          <ac:chgData name="Victoria Jackson" userId="e5714b90b757720d" providerId="LiveId" clId="{4E5E69D0-FA25-48B2-926C-17860CF439AF}" dt="2025-04-02T18:37:19.819" v="1493" actId="255"/>
          <ac:spMkLst>
            <pc:docMk/>
            <pc:sldMk cId="4067884560" sldId="259"/>
            <ac:spMk id="3" creationId="{B8526BAE-E585-F889-AB91-5D7916728451}"/>
          </ac:spMkLst>
        </pc:spChg>
      </pc:sldChg>
      <pc:sldChg chg="modSp new mod">
        <pc:chgData name="Victoria Jackson" userId="e5714b90b757720d" providerId="LiveId" clId="{4E5E69D0-FA25-48B2-926C-17860CF439AF}" dt="2025-04-02T18:36:36.917" v="1488"/>
        <pc:sldMkLst>
          <pc:docMk/>
          <pc:sldMk cId="2587901848" sldId="260"/>
        </pc:sldMkLst>
        <pc:spChg chg="mod">
          <ac:chgData name="Victoria Jackson" userId="e5714b90b757720d" providerId="LiveId" clId="{4E5E69D0-FA25-48B2-926C-17860CF439AF}" dt="2025-04-02T18:36:36.917" v="1488"/>
          <ac:spMkLst>
            <pc:docMk/>
            <pc:sldMk cId="2587901848" sldId="260"/>
            <ac:spMk id="2" creationId="{6B3CC144-B993-5CF0-B609-829E5992D049}"/>
          </ac:spMkLst>
        </pc:spChg>
        <pc:spChg chg="mod">
          <ac:chgData name="Victoria Jackson" userId="e5714b90b757720d" providerId="LiveId" clId="{4E5E69D0-FA25-48B2-926C-17860CF439AF}" dt="2025-04-02T18:36:36.917" v="1488"/>
          <ac:spMkLst>
            <pc:docMk/>
            <pc:sldMk cId="2587901848" sldId="260"/>
            <ac:spMk id="3" creationId="{65568B77-9A89-66E9-C40B-39407AC6BAD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5C3-2B59-4614-A88A-2499EDAD4D0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B501C4D6-770E-45A5-B074-820421D2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085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5C3-2B59-4614-A88A-2499EDAD4D0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C4D6-770E-45A5-B074-820421D2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40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EE625C3-2B59-4614-A88A-2499EDAD4D0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501C4D6-770E-45A5-B074-820421D2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0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5C3-2B59-4614-A88A-2499EDAD4D0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C4D6-770E-45A5-B074-820421D2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44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5C3-2B59-4614-A88A-2499EDAD4D0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C4D6-770E-45A5-B074-820421D2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883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5C3-2B59-4614-A88A-2499EDAD4D0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C4D6-770E-45A5-B074-820421D2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83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5C3-2B59-4614-A88A-2499EDAD4D0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C4D6-770E-45A5-B074-820421D2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3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5C3-2B59-4614-A88A-2499EDAD4D0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C4D6-770E-45A5-B074-820421D2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36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5C3-2B59-4614-A88A-2499EDAD4D03}" type="datetimeFigureOut">
              <a:rPr lang="en-US" smtClean="0"/>
              <a:t>4/2/2025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C4D6-770E-45A5-B074-820421D2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63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5C3-2B59-4614-A88A-2499EDAD4D0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C4D6-770E-45A5-B074-820421D2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31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625C3-2B59-4614-A88A-2499EDAD4D0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1C4D6-770E-45A5-B074-820421D2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15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EE625C3-2B59-4614-A88A-2499EDAD4D0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B501C4D6-770E-45A5-B074-820421D2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95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EE950-43E0-06DF-2A4E-82492706F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8362"/>
            <a:ext cx="12192000" cy="2387600"/>
          </a:xfrm>
        </p:spPr>
        <p:txBody>
          <a:bodyPr/>
          <a:lstStyle/>
          <a:p>
            <a:pPr algn="ctr"/>
            <a:r>
              <a:rPr lang="en-US" sz="5000" dirty="0"/>
              <a:t>Thomson Reuters v. Ross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BB39E5-A0C1-21E5-6D3D-F5EA3880C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0364" y="4408784"/>
            <a:ext cx="7891272" cy="1069848"/>
          </a:xfrm>
        </p:spPr>
        <p:txBody>
          <a:bodyPr/>
          <a:lstStyle/>
          <a:p>
            <a:pPr algn="ctr"/>
            <a:r>
              <a:rPr lang="en-US" b="1" dirty="0"/>
              <a:t>Tori Jackson</a:t>
            </a:r>
          </a:p>
        </p:txBody>
      </p:sp>
    </p:spTree>
    <p:extLst>
      <p:ext uri="{BB962C8B-B14F-4D97-AF65-F5344CB8AC3E}">
        <p14:creationId xmlns:p14="http://schemas.microsoft.com/office/powerpoint/2010/main" val="4287202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DC28AE-237E-284F-604B-0614ECAA6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Background on the Parties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547F2F-AC7C-F09E-CDF1-16547DC3E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Westlaw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54B0C-D227-C59A-FB9B-6BB1378C3E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Legal research service for lawyers and other legal professionals</a:t>
            </a:r>
          </a:p>
          <a:p>
            <a:r>
              <a:rPr lang="en-US" sz="2000" dirty="0"/>
              <a:t>Is registered </a:t>
            </a:r>
            <a:r>
              <a:rPr lang="en-US" sz="2000" b="0" i="0" dirty="0">
                <a:effectLst/>
              </a:rPr>
              <a:t>with the United States Copyright Office</a:t>
            </a:r>
          </a:p>
          <a:p>
            <a:r>
              <a:rPr lang="en-US" sz="2000" dirty="0"/>
              <a:t>Contains copyrighted material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F10BDF-39C8-7326-AA72-52BFEB81D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Ross Intelligence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B20A1D-BEA0-7CEA-1357-849A3932E16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Legal research service that uses AI to assist research</a:t>
            </a:r>
          </a:p>
          <a:p>
            <a:r>
              <a:rPr lang="en-US" sz="2000" dirty="0"/>
              <a:t>Asked for permission to license Westlaw’s content, which was turned down</a:t>
            </a:r>
          </a:p>
          <a:p>
            <a:r>
              <a:rPr lang="en-US" sz="2000" dirty="0"/>
              <a:t>Trained their AI with “Bulk Memos” given by LegalEase</a:t>
            </a:r>
          </a:p>
          <a:p>
            <a:r>
              <a:rPr lang="en-US" sz="2000" dirty="0"/>
              <a:t>LegalEase’s guide used headnotes from Westlaw</a:t>
            </a:r>
          </a:p>
        </p:txBody>
      </p:sp>
    </p:spTree>
    <p:extLst>
      <p:ext uri="{BB962C8B-B14F-4D97-AF65-F5344CB8AC3E}">
        <p14:creationId xmlns:p14="http://schemas.microsoft.com/office/powerpoint/2010/main" val="984702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0C5CC-B45A-758D-6F80-3DB0881BE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Defending Thomson Reuters</a:t>
            </a:r>
            <a:br>
              <a:rPr lang="en-US" dirty="0"/>
            </a:br>
            <a:r>
              <a:rPr lang="en-US" dirty="0"/>
              <a:t>Facts Presented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26BAE-E585-F889-AB91-5D7916728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Westlaw headnotes are written by editors</a:t>
            </a:r>
          </a:p>
          <a:p>
            <a:pPr>
              <a:lnSpc>
                <a:spcPct val="200000"/>
              </a:lnSpc>
            </a:pPr>
            <a:r>
              <a:rPr lang="en-US" dirty="0"/>
              <a:t>LegalEase may have access to Westlaw’s material, not Ross Intelligence</a:t>
            </a:r>
          </a:p>
          <a:p>
            <a:pPr>
              <a:lnSpc>
                <a:spcPct val="200000"/>
              </a:lnSpc>
            </a:pPr>
            <a:r>
              <a:rPr lang="en-US" dirty="0"/>
              <a:t>Ross’ AI does is not generative/does not create new content</a:t>
            </a:r>
          </a:p>
        </p:txBody>
      </p:sp>
    </p:spTree>
    <p:extLst>
      <p:ext uri="{BB962C8B-B14F-4D97-AF65-F5344CB8AC3E}">
        <p14:creationId xmlns:p14="http://schemas.microsoft.com/office/powerpoint/2010/main" val="4067884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CC144-B993-5CF0-B609-829E5992D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Defense Cont.</a:t>
            </a:r>
            <a:br>
              <a:rPr lang="en-US" dirty="0"/>
            </a:br>
            <a:r>
              <a:rPr lang="en-US" dirty="0"/>
              <a:t>Kantianism Ethical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68B77-9A89-66E9-C40B-39407AC6B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of Action: Have AI assistants train on any material that could be useful to it</a:t>
            </a:r>
          </a:p>
          <a:p>
            <a:r>
              <a:rPr lang="en-US" dirty="0"/>
              <a:t>Maxim: AI can have any copyrighted material without the need for consent or fair use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Categorical Imperative: If AI assistants were able to train on copyrighted material, it could take away work of the people who originally made the material</a:t>
            </a:r>
          </a:p>
        </p:txBody>
      </p:sp>
    </p:spTree>
    <p:extLst>
      <p:ext uri="{BB962C8B-B14F-4D97-AF65-F5344CB8AC3E}">
        <p14:creationId xmlns:p14="http://schemas.microsoft.com/office/powerpoint/2010/main" val="25879018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131</TotalTime>
  <Words>176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Rockwell</vt:lpstr>
      <vt:lpstr>Rockwell Condensed</vt:lpstr>
      <vt:lpstr>Wingdings</vt:lpstr>
      <vt:lpstr>Wood Type</vt:lpstr>
      <vt:lpstr>Thomson Reuters v. Ross Intelligence</vt:lpstr>
      <vt:lpstr>Background on the Parties</vt:lpstr>
      <vt:lpstr>Defending Thomson Reuters Facts Presented</vt:lpstr>
      <vt:lpstr>Defense Cont. Kantianism Ethical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Jackson</dc:creator>
  <cp:lastModifiedBy>Victoria Jackson</cp:lastModifiedBy>
  <cp:revision>1</cp:revision>
  <dcterms:created xsi:type="dcterms:W3CDTF">2025-03-31T20:39:34Z</dcterms:created>
  <dcterms:modified xsi:type="dcterms:W3CDTF">2025-04-02T18:56:39Z</dcterms:modified>
</cp:coreProperties>
</file>