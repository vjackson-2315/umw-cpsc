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5FE366-6F52-4339-BD14-FC3BEBB5331C}" v="10" dt="2025-02-05T18:39:29.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ia Jackson" userId="e5714b90b757720d" providerId="LiveId" clId="{C15FE366-6F52-4339-BD14-FC3BEBB5331C}"/>
    <pc:docChg chg="undo redo custSel addSld delSld modSld">
      <pc:chgData name="Victoria Jackson" userId="e5714b90b757720d" providerId="LiveId" clId="{C15FE366-6F52-4339-BD14-FC3BEBB5331C}" dt="2025-02-05T19:13:26.225" v="2029" actId="20577"/>
      <pc:docMkLst>
        <pc:docMk/>
      </pc:docMkLst>
      <pc:sldChg chg="modSp new mod">
        <pc:chgData name="Victoria Jackson" userId="e5714b90b757720d" providerId="LiveId" clId="{C15FE366-6F52-4339-BD14-FC3BEBB5331C}" dt="2025-02-05T18:39:29.726" v="1981"/>
        <pc:sldMkLst>
          <pc:docMk/>
          <pc:sldMk cId="2981643509" sldId="256"/>
        </pc:sldMkLst>
        <pc:spChg chg="mod">
          <ac:chgData name="Victoria Jackson" userId="e5714b90b757720d" providerId="LiveId" clId="{C15FE366-6F52-4339-BD14-FC3BEBB5331C}" dt="2025-02-05T18:39:29.726" v="1981"/>
          <ac:spMkLst>
            <pc:docMk/>
            <pc:sldMk cId="2981643509" sldId="256"/>
            <ac:spMk id="2" creationId="{BE231A43-A285-473C-3023-8B2255ADF2DD}"/>
          </ac:spMkLst>
        </pc:spChg>
        <pc:spChg chg="mod">
          <ac:chgData name="Victoria Jackson" userId="e5714b90b757720d" providerId="LiveId" clId="{C15FE366-6F52-4339-BD14-FC3BEBB5331C}" dt="2025-02-05T18:39:29.726" v="1981"/>
          <ac:spMkLst>
            <pc:docMk/>
            <pc:sldMk cId="2981643509" sldId="256"/>
            <ac:spMk id="3" creationId="{4CF723DD-79EB-88F9-5FCA-8F473F00295C}"/>
          </ac:spMkLst>
        </pc:spChg>
      </pc:sldChg>
      <pc:sldChg chg="modSp new mod">
        <pc:chgData name="Victoria Jackson" userId="e5714b90b757720d" providerId="LiveId" clId="{C15FE366-6F52-4339-BD14-FC3BEBB5331C}" dt="2025-02-05T19:13:26.225" v="2029" actId="20577"/>
        <pc:sldMkLst>
          <pc:docMk/>
          <pc:sldMk cId="3414375602" sldId="257"/>
        </pc:sldMkLst>
        <pc:spChg chg="mod">
          <ac:chgData name="Victoria Jackson" userId="e5714b90b757720d" providerId="LiveId" clId="{C15FE366-6F52-4339-BD14-FC3BEBB5331C}" dt="2025-02-05T18:39:29.726" v="1981"/>
          <ac:spMkLst>
            <pc:docMk/>
            <pc:sldMk cId="3414375602" sldId="257"/>
            <ac:spMk id="2" creationId="{91B0726C-FA4F-AA69-1B6E-AA1BF0624153}"/>
          </ac:spMkLst>
        </pc:spChg>
        <pc:spChg chg="mod">
          <ac:chgData name="Victoria Jackson" userId="e5714b90b757720d" providerId="LiveId" clId="{C15FE366-6F52-4339-BD14-FC3BEBB5331C}" dt="2025-02-05T19:13:26.225" v="2029" actId="20577"/>
          <ac:spMkLst>
            <pc:docMk/>
            <pc:sldMk cId="3414375602" sldId="257"/>
            <ac:spMk id="3" creationId="{BEA96BDB-F3A8-0535-AC5B-ACC5A5F9BD63}"/>
          </ac:spMkLst>
        </pc:spChg>
      </pc:sldChg>
      <pc:sldChg chg="addSp delSp modSp new add del mod modClrScheme chgLayout">
        <pc:chgData name="Victoria Jackson" userId="e5714b90b757720d" providerId="LiveId" clId="{C15FE366-6F52-4339-BD14-FC3BEBB5331C}" dt="2025-02-05T18:39:29.726" v="1981"/>
        <pc:sldMkLst>
          <pc:docMk/>
          <pc:sldMk cId="51612969" sldId="258"/>
        </pc:sldMkLst>
        <pc:spChg chg="mod ord">
          <ac:chgData name="Victoria Jackson" userId="e5714b90b757720d" providerId="LiveId" clId="{C15FE366-6F52-4339-BD14-FC3BEBB5331C}" dt="2025-02-05T18:39:29.726" v="1981"/>
          <ac:spMkLst>
            <pc:docMk/>
            <pc:sldMk cId="51612969" sldId="258"/>
            <ac:spMk id="2" creationId="{39F92D7F-F8F9-AC85-819E-3D0979D741E4}"/>
          </ac:spMkLst>
        </pc:spChg>
        <pc:spChg chg="add mod">
          <ac:chgData name="Victoria Jackson" userId="e5714b90b757720d" providerId="LiveId" clId="{C15FE366-6F52-4339-BD14-FC3BEBB5331C}" dt="2025-02-03T22:39:49.623" v="969" actId="20577"/>
          <ac:spMkLst>
            <pc:docMk/>
            <pc:sldMk cId="51612969" sldId="258"/>
            <ac:spMk id="3" creationId="{D49817F8-69C0-394B-90EA-2FF11B305D96}"/>
          </ac:spMkLst>
        </pc:spChg>
        <pc:spChg chg="add mod ord">
          <ac:chgData name="Victoria Jackson" userId="e5714b90b757720d" providerId="LiveId" clId="{C15FE366-6F52-4339-BD14-FC3BEBB5331C}" dt="2025-02-03T22:35:06.354" v="852" actId="14100"/>
          <ac:spMkLst>
            <pc:docMk/>
            <pc:sldMk cId="51612969" sldId="258"/>
            <ac:spMk id="4" creationId="{117F83DE-06D2-F390-46F0-7ECC263DB7EC}"/>
          </ac:spMkLst>
        </pc:spChg>
        <pc:spChg chg="add mod ord">
          <ac:chgData name="Victoria Jackson" userId="e5714b90b757720d" providerId="LiveId" clId="{C15FE366-6F52-4339-BD14-FC3BEBB5331C}" dt="2025-02-04T19:50:16.943" v="1621" actId="20577"/>
          <ac:spMkLst>
            <pc:docMk/>
            <pc:sldMk cId="51612969" sldId="258"/>
            <ac:spMk id="5" creationId="{7C62512F-17CB-57C9-D4F9-5A34021DC422}"/>
          </ac:spMkLst>
        </pc:spChg>
        <pc:spChg chg="add mod ord">
          <ac:chgData name="Victoria Jackson" userId="e5714b90b757720d" providerId="LiveId" clId="{C15FE366-6F52-4339-BD14-FC3BEBB5331C}" dt="2025-02-03T22:35:12.636" v="853" actId="14100"/>
          <ac:spMkLst>
            <pc:docMk/>
            <pc:sldMk cId="51612969" sldId="258"/>
            <ac:spMk id="6" creationId="{2AF193E5-AF24-8E31-5545-0D3497AF9A66}"/>
          </ac:spMkLst>
        </pc:spChg>
        <pc:spChg chg="add mod ord">
          <ac:chgData name="Victoria Jackson" userId="e5714b90b757720d" providerId="LiveId" clId="{C15FE366-6F52-4339-BD14-FC3BEBB5331C}" dt="2025-02-04T19:50:22.611" v="1625" actId="20577"/>
          <ac:spMkLst>
            <pc:docMk/>
            <pc:sldMk cId="51612969" sldId="258"/>
            <ac:spMk id="7" creationId="{AB0F2D6A-110A-B816-3FDE-39CBC17C91EB}"/>
          </ac:spMkLst>
        </pc:spChg>
      </pc:sldChg>
      <pc:sldChg chg="modSp new del mod">
        <pc:chgData name="Victoria Jackson" userId="e5714b90b757720d" providerId="LiveId" clId="{C15FE366-6F52-4339-BD14-FC3BEBB5331C}" dt="2025-02-03T22:22:15.752" v="399" actId="47"/>
        <pc:sldMkLst>
          <pc:docMk/>
          <pc:sldMk cId="1729866638" sldId="259"/>
        </pc:sldMkLst>
      </pc:sldChg>
      <pc:sldChg chg="addSp delSp modSp new mod modClrScheme chgLayout">
        <pc:chgData name="Victoria Jackson" userId="e5714b90b757720d" providerId="LiveId" clId="{C15FE366-6F52-4339-BD14-FC3BEBB5331C}" dt="2025-02-05T18:39:49.642" v="1985" actId="1076"/>
        <pc:sldMkLst>
          <pc:docMk/>
          <pc:sldMk cId="1278074938" sldId="260"/>
        </pc:sldMkLst>
        <pc:spChg chg="mod ord">
          <ac:chgData name="Victoria Jackson" userId="e5714b90b757720d" providerId="LiveId" clId="{C15FE366-6F52-4339-BD14-FC3BEBB5331C}" dt="2025-02-05T18:39:49.642" v="1985" actId="1076"/>
          <ac:spMkLst>
            <pc:docMk/>
            <pc:sldMk cId="1278074938" sldId="260"/>
            <ac:spMk id="2" creationId="{3D94F74E-59AF-41CA-D31F-D35019878B2F}"/>
          </ac:spMkLst>
        </pc:spChg>
        <pc:spChg chg="add del mod ord">
          <ac:chgData name="Victoria Jackson" userId="e5714b90b757720d" providerId="LiveId" clId="{C15FE366-6F52-4339-BD14-FC3BEBB5331C}" dt="2025-02-04T19:27:30.108" v="990" actId="700"/>
          <ac:spMkLst>
            <pc:docMk/>
            <pc:sldMk cId="1278074938" sldId="260"/>
            <ac:spMk id="3" creationId="{5BA75AB1-1C58-DC59-FDE0-E49B8790AF46}"/>
          </ac:spMkLst>
        </pc:spChg>
        <pc:spChg chg="add mod ord">
          <ac:chgData name="Victoria Jackson" userId="e5714b90b757720d" providerId="LiveId" clId="{C15FE366-6F52-4339-BD14-FC3BEBB5331C}" dt="2025-02-05T18:39:43.984" v="1984" actId="1076"/>
          <ac:spMkLst>
            <pc:docMk/>
            <pc:sldMk cId="1278074938" sldId="260"/>
            <ac:spMk id="4" creationId="{0BBEC7A4-8F5D-0011-6912-1E9A40F0DF8F}"/>
          </ac:spMkLst>
        </pc:spChg>
        <pc:spChg chg="add mod ord">
          <ac:chgData name="Victoria Jackson" userId="e5714b90b757720d" providerId="LiveId" clId="{C15FE366-6F52-4339-BD14-FC3BEBB5331C}" dt="2025-02-05T18:39:29.726" v="1981"/>
          <ac:spMkLst>
            <pc:docMk/>
            <pc:sldMk cId="1278074938" sldId="260"/>
            <ac:spMk id="5" creationId="{DA91B7C9-2488-F2AD-905E-F3DCE091D4D8}"/>
          </ac:spMkLst>
        </pc:spChg>
        <pc:spChg chg="add del mod ord">
          <ac:chgData name="Victoria Jackson" userId="e5714b90b757720d" providerId="LiveId" clId="{C15FE366-6F52-4339-BD14-FC3BEBB5331C}" dt="2025-02-04T19:43:25.511" v="1585" actId="478"/>
          <ac:spMkLst>
            <pc:docMk/>
            <pc:sldMk cId="1278074938" sldId="260"/>
            <ac:spMk id="6" creationId="{7D1AE70B-2EF2-C705-97C8-03719A58CD86}"/>
          </ac:spMkLst>
        </pc:spChg>
        <pc:spChg chg="add del mod ord">
          <ac:chgData name="Victoria Jackson" userId="e5714b90b757720d" providerId="LiveId" clId="{C15FE366-6F52-4339-BD14-FC3BEBB5331C}" dt="2025-02-04T19:43:34.061" v="1586" actId="700"/>
          <ac:spMkLst>
            <pc:docMk/>
            <pc:sldMk cId="1278074938" sldId="260"/>
            <ac:spMk id="7" creationId="{F4D79C81-BFEF-48D7-2539-526AA22B9563}"/>
          </ac:spMkLst>
        </pc:spChg>
        <pc:spChg chg="add del mod">
          <ac:chgData name="Victoria Jackson" userId="e5714b90b757720d" providerId="LiveId" clId="{C15FE366-6F52-4339-BD14-FC3BEBB5331C}" dt="2025-02-04T19:43:34.061" v="1586" actId="700"/>
          <ac:spMkLst>
            <pc:docMk/>
            <pc:sldMk cId="1278074938" sldId="260"/>
            <ac:spMk id="9" creationId="{483A381B-451B-DA42-D343-866FA412E0F0}"/>
          </ac:spMkLst>
        </pc:spChg>
      </pc:sldChg>
      <pc:sldChg chg="modSp new mod">
        <pc:chgData name="Victoria Jackson" userId="e5714b90b757720d" providerId="LiveId" clId="{C15FE366-6F52-4339-BD14-FC3BEBB5331C}" dt="2025-02-05T18:39:29.726" v="1981"/>
        <pc:sldMkLst>
          <pc:docMk/>
          <pc:sldMk cId="322007925" sldId="261"/>
        </pc:sldMkLst>
        <pc:spChg chg="mod">
          <ac:chgData name="Victoria Jackson" userId="e5714b90b757720d" providerId="LiveId" clId="{C15FE366-6F52-4339-BD14-FC3BEBB5331C}" dt="2025-02-05T18:39:29.726" v="1981"/>
          <ac:spMkLst>
            <pc:docMk/>
            <pc:sldMk cId="322007925" sldId="261"/>
            <ac:spMk id="2" creationId="{C8CBDA7C-0637-B6AA-F30C-5F5935586795}"/>
          </ac:spMkLst>
        </pc:spChg>
        <pc:spChg chg="mod">
          <ac:chgData name="Victoria Jackson" userId="e5714b90b757720d" providerId="LiveId" clId="{C15FE366-6F52-4339-BD14-FC3BEBB5331C}" dt="2025-02-05T18:39:29.726" v="1981"/>
          <ac:spMkLst>
            <pc:docMk/>
            <pc:sldMk cId="322007925" sldId="261"/>
            <ac:spMk id="3" creationId="{AC258B78-9B29-CE75-D800-9BFA2B1CB55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3988853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347871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36698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C1177F-4D7C-4B00-802F-3D10D11A96E8}"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794125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C1177F-4D7C-4B00-802F-3D10D11A96E8}" type="datetimeFigureOut">
              <a:rPr lang="en-US" smtClean="0"/>
              <a:t>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3000401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3773804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1094363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4060957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C1177F-4D7C-4B00-802F-3D10D11A96E8}"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1701523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C1177F-4D7C-4B00-802F-3D10D11A96E8}" type="datetimeFigureOut">
              <a:rPr lang="en-US" smtClean="0"/>
              <a:t>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13972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3086468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447973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4271629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19423467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1217502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1842559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C1177F-4D7C-4B00-802F-3D10D11A96E8}" type="datetimeFigureOut">
              <a:rPr lang="en-US" smtClean="0"/>
              <a:t>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6C87EE-0F33-496F-933A-B01FEF813149}" type="slidenum">
              <a:rPr lang="en-US" smtClean="0"/>
              <a:t>‹#›</a:t>
            </a:fld>
            <a:endParaRPr lang="en-US"/>
          </a:p>
        </p:txBody>
      </p:sp>
    </p:spTree>
    <p:extLst>
      <p:ext uri="{BB962C8B-B14F-4D97-AF65-F5344CB8AC3E}">
        <p14:creationId xmlns:p14="http://schemas.microsoft.com/office/powerpoint/2010/main" val="2729867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9C1177F-4D7C-4B00-802F-3D10D11A96E8}" type="datetimeFigureOut">
              <a:rPr lang="en-US" smtClean="0"/>
              <a:t>2/5/2025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96C87EE-0F33-496F-933A-B01FEF813149}" type="slidenum">
              <a:rPr lang="en-US" smtClean="0"/>
              <a:t>‹#›</a:t>
            </a:fld>
            <a:endParaRPr lang="en-US"/>
          </a:p>
        </p:txBody>
      </p:sp>
    </p:spTree>
    <p:extLst>
      <p:ext uri="{BB962C8B-B14F-4D97-AF65-F5344CB8AC3E}">
        <p14:creationId xmlns:p14="http://schemas.microsoft.com/office/powerpoint/2010/main" val="84877859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1A43-A285-473C-3023-8B2255ADF2DD}"/>
              </a:ext>
            </a:extLst>
          </p:cNvPr>
          <p:cNvSpPr>
            <a:spLocks noGrp="1"/>
          </p:cNvSpPr>
          <p:nvPr>
            <p:ph type="ctrTitle"/>
          </p:nvPr>
        </p:nvSpPr>
        <p:spPr/>
        <p:txBody>
          <a:bodyPr/>
          <a:lstStyle/>
          <a:p>
            <a:r>
              <a:rPr lang="en-US" dirty="0"/>
              <a:t>Data Tracking and Privacy</a:t>
            </a:r>
          </a:p>
        </p:txBody>
      </p:sp>
      <p:sp>
        <p:nvSpPr>
          <p:cNvPr id="3" name="Subtitle 2">
            <a:extLst>
              <a:ext uri="{FF2B5EF4-FFF2-40B4-BE49-F238E27FC236}">
                <a16:creationId xmlns:a16="http://schemas.microsoft.com/office/drawing/2014/main" id="{4CF723DD-79EB-88F9-5FCA-8F473F00295C}"/>
              </a:ext>
            </a:extLst>
          </p:cNvPr>
          <p:cNvSpPr>
            <a:spLocks noGrp="1"/>
          </p:cNvSpPr>
          <p:nvPr>
            <p:ph type="subTitle" idx="1"/>
          </p:nvPr>
        </p:nvSpPr>
        <p:spPr/>
        <p:txBody>
          <a:bodyPr/>
          <a:lstStyle/>
          <a:p>
            <a:r>
              <a:rPr lang="en-US" dirty="0"/>
              <a:t>Tori Jackson</a:t>
            </a:r>
          </a:p>
        </p:txBody>
      </p:sp>
    </p:spTree>
    <p:extLst>
      <p:ext uri="{BB962C8B-B14F-4D97-AF65-F5344CB8AC3E}">
        <p14:creationId xmlns:p14="http://schemas.microsoft.com/office/powerpoint/2010/main" val="2981643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0726C-FA4F-AA69-1B6E-AA1BF0624153}"/>
              </a:ext>
            </a:extLst>
          </p:cNvPr>
          <p:cNvSpPr>
            <a:spLocks noGrp="1"/>
          </p:cNvSpPr>
          <p:nvPr>
            <p:ph type="title"/>
          </p:nvPr>
        </p:nvSpPr>
        <p:spPr/>
        <p:txBody>
          <a:bodyPr/>
          <a:lstStyle/>
          <a:p>
            <a:r>
              <a:rPr lang="en-US" dirty="0"/>
              <a:t>Data Tracking Dilemma</a:t>
            </a:r>
          </a:p>
        </p:txBody>
      </p:sp>
      <p:sp>
        <p:nvSpPr>
          <p:cNvPr id="3" name="Content Placeholder 2">
            <a:extLst>
              <a:ext uri="{FF2B5EF4-FFF2-40B4-BE49-F238E27FC236}">
                <a16:creationId xmlns:a16="http://schemas.microsoft.com/office/drawing/2014/main" id="{BEA96BDB-F3A8-0535-AC5B-ACC5A5F9BD63}"/>
              </a:ext>
            </a:extLst>
          </p:cNvPr>
          <p:cNvSpPr>
            <a:spLocks noGrp="1"/>
          </p:cNvSpPr>
          <p:nvPr>
            <p:ph idx="1"/>
          </p:nvPr>
        </p:nvSpPr>
        <p:spPr/>
        <p:txBody>
          <a:bodyPr/>
          <a:lstStyle/>
          <a:p>
            <a:r>
              <a:rPr lang="en-US" dirty="0"/>
              <a:t>Media companies buy and sell user data</a:t>
            </a:r>
          </a:p>
          <a:p>
            <a:r>
              <a:rPr lang="en-US" dirty="0"/>
              <a:t>Data Broker industry</a:t>
            </a:r>
          </a:p>
          <a:p>
            <a:r>
              <a:rPr lang="en-US" dirty="0"/>
              <a:t>Government restrictions have </a:t>
            </a:r>
            <a:r>
              <a:rPr lang="en-US"/>
              <a:t>been loose</a:t>
            </a:r>
            <a:endParaRPr lang="en-US" dirty="0"/>
          </a:p>
          <a:p>
            <a:r>
              <a:rPr lang="en-US" dirty="0"/>
              <a:t>Most users don’t know how their data is being used</a:t>
            </a:r>
          </a:p>
        </p:txBody>
      </p:sp>
    </p:spTree>
    <p:extLst>
      <p:ext uri="{BB962C8B-B14F-4D97-AF65-F5344CB8AC3E}">
        <p14:creationId xmlns:p14="http://schemas.microsoft.com/office/powerpoint/2010/main" val="3414375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2D7F-F8F9-AC85-819E-3D0979D741E4}"/>
              </a:ext>
            </a:extLst>
          </p:cNvPr>
          <p:cNvSpPr>
            <a:spLocks noGrp="1"/>
          </p:cNvSpPr>
          <p:nvPr>
            <p:ph type="title"/>
          </p:nvPr>
        </p:nvSpPr>
        <p:spPr/>
        <p:txBody>
          <a:bodyPr/>
          <a:lstStyle/>
          <a:p>
            <a:pPr algn="ctr"/>
            <a:r>
              <a:rPr lang="en-US" dirty="0"/>
              <a:t>Positive and Negative Impacts</a:t>
            </a:r>
          </a:p>
        </p:txBody>
      </p:sp>
      <p:sp>
        <p:nvSpPr>
          <p:cNvPr id="4" name="Text Placeholder 3">
            <a:extLst>
              <a:ext uri="{FF2B5EF4-FFF2-40B4-BE49-F238E27FC236}">
                <a16:creationId xmlns:a16="http://schemas.microsoft.com/office/drawing/2014/main" id="{117F83DE-06D2-F390-46F0-7ECC263DB7EC}"/>
              </a:ext>
            </a:extLst>
          </p:cNvPr>
          <p:cNvSpPr>
            <a:spLocks noGrp="1"/>
          </p:cNvSpPr>
          <p:nvPr>
            <p:ph type="body" idx="1"/>
          </p:nvPr>
        </p:nvSpPr>
        <p:spPr>
          <a:xfrm>
            <a:off x="0" y="1690687"/>
            <a:ext cx="5997575" cy="552395"/>
          </a:xfrm>
        </p:spPr>
        <p:txBody>
          <a:bodyPr/>
          <a:lstStyle/>
          <a:p>
            <a:pPr algn="ctr"/>
            <a:r>
              <a:rPr lang="en-US" dirty="0"/>
              <a:t>Pros</a:t>
            </a:r>
          </a:p>
        </p:txBody>
      </p:sp>
      <p:sp>
        <p:nvSpPr>
          <p:cNvPr id="5" name="Content Placeholder 4">
            <a:extLst>
              <a:ext uri="{FF2B5EF4-FFF2-40B4-BE49-F238E27FC236}">
                <a16:creationId xmlns:a16="http://schemas.microsoft.com/office/drawing/2014/main" id="{7C62512F-17CB-57C9-D4F9-5A34021DC422}"/>
              </a:ext>
            </a:extLst>
          </p:cNvPr>
          <p:cNvSpPr>
            <a:spLocks noGrp="1"/>
          </p:cNvSpPr>
          <p:nvPr>
            <p:ph sz="half" idx="2"/>
          </p:nvPr>
        </p:nvSpPr>
        <p:spPr>
          <a:xfrm>
            <a:off x="0" y="2160485"/>
            <a:ext cx="5997575" cy="3247257"/>
          </a:xfrm>
        </p:spPr>
        <p:txBody>
          <a:bodyPr>
            <a:normAutofit/>
          </a:bodyPr>
          <a:lstStyle/>
          <a:p>
            <a:r>
              <a:rPr lang="en-US" dirty="0"/>
              <a:t>Tracking down illegal activity</a:t>
            </a:r>
          </a:p>
          <a:p>
            <a:r>
              <a:rPr lang="en-US" dirty="0"/>
              <a:t>Targeted Ads</a:t>
            </a:r>
          </a:p>
          <a:p>
            <a:pPr lvl="1"/>
            <a:r>
              <a:rPr lang="en-US" dirty="0"/>
              <a:t>Ads based on the user’s interest</a:t>
            </a:r>
          </a:p>
          <a:p>
            <a:pPr lvl="1"/>
            <a:r>
              <a:rPr lang="en-US" dirty="0"/>
              <a:t>Bring more income to businesses</a:t>
            </a:r>
          </a:p>
        </p:txBody>
      </p:sp>
      <p:sp>
        <p:nvSpPr>
          <p:cNvPr id="6" name="Text Placeholder 5">
            <a:extLst>
              <a:ext uri="{FF2B5EF4-FFF2-40B4-BE49-F238E27FC236}">
                <a16:creationId xmlns:a16="http://schemas.microsoft.com/office/drawing/2014/main" id="{2AF193E5-AF24-8E31-5545-0D3497AF9A66}"/>
              </a:ext>
            </a:extLst>
          </p:cNvPr>
          <p:cNvSpPr>
            <a:spLocks noGrp="1"/>
          </p:cNvSpPr>
          <p:nvPr>
            <p:ph type="body" sz="quarter" idx="3"/>
          </p:nvPr>
        </p:nvSpPr>
        <p:spPr>
          <a:xfrm>
            <a:off x="6172200" y="1690687"/>
            <a:ext cx="5997574" cy="552395"/>
          </a:xfrm>
        </p:spPr>
        <p:txBody>
          <a:bodyPr/>
          <a:lstStyle/>
          <a:p>
            <a:pPr algn="ctr"/>
            <a:r>
              <a:rPr lang="en-US" dirty="0"/>
              <a:t>Cons</a:t>
            </a:r>
          </a:p>
        </p:txBody>
      </p:sp>
      <p:sp>
        <p:nvSpPr>
          <p:cNvPr id="7" name="Content Placeholder 6">
            <a:extLst>
              <a:ext uri="{FF2B5EF4-FFF2-40B4-BE49-F238E27FC236}">
                <a16:creationId xmlns:a16="http://schemas.microsoft.com/office/drawing/2014/main" id="{AB0F2D6A-110A-B816-3FDE-39CBC17C91EB}"/>
              </a:ext>
            </a:extLst>
          </p:cNvPr>
          <p:cNvSpPr>
            <a:spLocks noGrp="1"/>
          </p:cNvSpPr>
          <p:nvPr>
            <p:ph sz="quarter" idx="4"/>
          </p:nvPr>
        </p:nvSpPr>
        <p:spPr>
          <a:xfrm>
            <a:off x="6172200" y="2160485"/>
            <a:ext cx="5997574" cy="3247257"/>
          </a:xfrm>
        </p:spPr>
        <p:txBody>
          <a:bodyPr>
            <a:normAutofit/>
          </a:bodyPr>
          <a:lstStyle/>
          <a:p>
            <a:r>
              <a:rPr lang="en-US" dirty="0"/>
              <a:t>Others have access to sensitive information</a:t>
            </a:r>
          </a:p>
          <a:p>
            <a:r>
              <a:rPr lang="en-US" dirty="0"/>
              <a:t>Can bring harm to users:</a:t>
            </a:r>
          </a:p>
          <a:p>
            <a:pPr lvl="1"/>
            <a:r>
              <a:rPr lang="en-US" dirty="0"/>
              <a:t>Targeted scams/ads</a:t>
            </a:r>
          </a:p>
          <a:p>
            <a:pPr lvl="1"/>
            <a:r>
              <a:rPr lang="en-US" dirty="0"/>
              <a:t>Fuels discriminatory attacks</a:t>
            </a:r>
          </a:p>
          <a:p>
            <a:pPr lvl="1"/>
            <a:r>
              <a:rPr lang="en-US" dirty="0"/>
              <a:t>Foreign states buying data meant for the government</a:t>
            </a:r>
          </a:p>
        </p:txBody>
      </p:sp>
      <p:sp>
        <p:nvSpPr>
          <p:cNvPr id="3" name="TextBox 2">
            <a:extLst>
              <a:ext uri="{FF2B5EF4-FFF2-40B4-BE49-F238E27FC236}">
                <a16:creationId xmlns:a16="http://schemas.microsoft.com/office/drawing/2014/main" id="{D49817F8-69C0-394B-90EA-2FF11B305D96}"/>
              </a:ext>
            </a:extLst>
          </p:cNvPr>
          <p:cNvSpPr txBox="1"/>
          <p:nvPr/>
        </p:nvSpPr>
        <p:spPr>
          <a:xfrm>
            <a:off x="22226" y="5535561"/>
            <a:ext cx="12051787" cy="923330"/>
          </a:xfrm>
          <a:prstGeom prst="rect">
            <a:avLst/>
          </a:prstGeom>
          <a:noFill/>
        </p:spPr>
        <p:txBody>
          <a:bodyPr wrap="square" rtlCol="0">
            <a:spAutoFit/>
          </a:bodyPr>
          <a:lstStyle/>
          <a:p>
            <a:r>
              <a:rPr lang="en-US" dirty="0"/>
              <a:t>Sources:</a:t>
            </a:r>
          </a:p>
          <a:p>
            <a:pPr marL="285750" indent="-285750">
              <a:buFont typeface="Arial" panose="020B0604020202020204" pitchFamily="34" charset="0"/>
              <a:buChar char="•"/>
            </a:pPr>
            <a:r>
              <a:rPr lang="en-US" dirty="0"/>
              <a:t>EFF - To Save the News, We Must Ban Surveillance Advertising</a:t>
            </a:r>
          </a:p>
          <a:p>
            <a:pPr marL="285750" indent="-285750">
              <a:buFont typeface="Arial" panose="020B0604020202020204" pitchFamily="34" charset="0"/>
              <a:buChar char="•"/>
            </a:pPr>
            <a:r>
              <a:rPr lang="en-US" sz="1800"/>
              <a:t>PBS NewsHour - Google’s Schmidt and Cohen Discuss Promise and Pitfalls of the Digital Future</a:t>
            </a:r>
            <a:endParaRPr lang="en-US" sz="2000"/>
          </a:p>
        </p:txBody>
      </p:sp>
    </p:spTree>
    <p:extLst>
      <p:ext uri="{BB962C8B-B14F-4D97-AF65-F5344CB8AC3E}">
        <p14:creationId xmlns:p14="http://schemas.microsoft.com/office/powerpoint/2010/main" val="5161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4F74E-59AF-41CA-D31F-D35019878B2F}"/>
              </a:ext>
            </a:extLst>
          </p:cNvPr>
          <p:cNvSpPr>
            <a:spLocks noGrp="1"/>
          </p:cNvSpPr>
          <p:nvPr>
            <p:ph type="title"/>
          </p:nvPr>
        </p:nvSpPr>
        <p:spPr>
          <a:xfrm>
            <a:off x="1154953" y="195580"/>
            <a:ext cx="3401064" cy="1447800"/>
          </a:xfrm>
        </p:spPr>
        <p:txBody>
          <a:bodyPr/>
          <a:lstStyle/>
          <a:p>
            <a:r>
              <a:rPr lang="en-US" dirty="0"/>
              <a:t>Proposing a Solution</a:t>
            </a:r>
          </a:p>
        </p:txBody>
      </p:sp>
      <p:sp>
        <p:nvSpPr>
          <p:cNvPr id="5" name="Content Placeholder 4">
            <a:extLst>
              <a:ext uri="{FF2B5EF4-FFF2-40B4-BE49-F238E27FC236}">
                <a16:creationId xmlns:a16="http://schemas.microsoft.com/office/drawing/2014/main" id="{DA91B7C9-2488-F2AD-905E-F3DCE091D4D8}"/>
              </a:ext>
            </a:extLst>
          </p:cNvPr>
          <p:cNvSpPr>
            <a:spLocks noGrp="1"/>
          </p:cNvSpPr>
          <p:nvPr>
            <p:ph idx="1"/>
          </p:nvPr>
        </p:nvSpPr>
        <p:spPr/>
        <p:txBody>
          <a:bodyPr/>
          <a:lstStyle/>
          <a:p>
            <a:r>
              <a:rPr lang="en-US" dirty="0"/>
              <a:t>Give a simple statement to users before reading a privacy policy </a:t>
            </a:r>
          </a:p>
          <a:p>
            <a:r>
              <a:rPr lang="en-US" dirty="0"/>
              <a:t>Unauthorized buying/selling could lead to lawsuits</a:t>
            </a:r>
          </a:p>
          <a:p>
            <a:pPr lvl="1"/>
            <a:r>
              <a:rPr lang="en-US" dirty="0"/>
              <a:t>Government would tighten restrictions</a:t>
            </a:r>
          </a:p>
          <a:p>
            <a:pPr lvl="1"/>
            <a:r>
              <a:rPr lang="en-US" dirty="0"/>
              <a:t>Ending the data broker industry</a:t>
            </a:r>
          </a:p>
        </p:txBody>
      </p:sp>
      <p:sp>
        <p:nvSpPr>
          <p:cNvPr id="4" name="Text Placeholder 3">
            <a:extLst>
              <a:ext uri="{FF2B5EF4-FFF2-40B4-BE49-F238E27FC236}">
                <a16:creationId xmlns:a16="http://schemas.microsoft.com/office/drawing/2014/main" id="{0BBEC7A4-8F5D-0011-6912-1E9A40F0DF8F}"/>
              </a:ext>
            </a:extLst>
          </p:cNvPr>
          <p:cNvSpPr>
            <a:spLocks noGrp="1"/>
          </p:cNvSpPr>
          <p:nvPr>
            <p:ph type="body" sz="half" idx="2"/>
          </p:nvPr>
        </p:nvSpPr>
        <p:spPr>
          <a:xfrm>
            <a:off x="779672" y="2322512"/>
            <a:ext cx="3776345" cy="3811588"/>
          </a:xfrm>
        </p:spPr>
        <p:txBody>
          <a:bodyPr>
            <a:noAutofit/>
          </a:bodyPr>
          <a:lstStyle/>
          <a:p>
            <a:pPr algn="ctr"/>
            <a:r>
              <a:rPr lang="en-US" sz="2500" b="1" dirty="0"/>
              <a:t>Developers and Companies:</a:t>
            </a:r>
          </a:p>
          <a:p>
            <a:pPr marL="342900" indent="-342900">
              <a:buFont typeface="Arial" panose="020B0604020202020204" pitchFamily="34" charset="0"/>
              <a:buChar char="•"/>
            </a:pPr>
            <a:r>
              <a:rPr lang="en-US" sz="2500" b="0" dirty="0"/>
              <a:t>Be up front on how data will be used </a:t>
            </a:r>
          </a:p>
          <a:p>
            <a:pPr marL="342900" indent="-342900">
              <a:buFont typeface="Arial" panose="020B0604020202020204" pitchFamily="34" charset="0"/>
              <a:buChar char="•"/>
            </a:pPr>
            <a:r>
              <a:rPr lang="en-US" sz="2500" dirty="0"/>
              <a:t>A</a:t>
            </a:r>
            <a:r>
              <a:rPr lang="en-US" sz="2500" b="0" dirty="0"/>
              <a:t>sk for consent on any buying/selling</a:t>
            </a:r>
          </a:p>
          <a:p>
            <a:pPr marL="342900" indent="-342900">
              <a:buFont typeface="Arial" panose="020B0604020202020204" pitchFamily="34" charset="0"/>
              <a:buChar char="•"/>
            </a:pPr>
            <a:endParaRPr lang="en-US" sz="2500" b="0" dirty="0"/>
          </a:p>
        </p:txBody>
      </p:sp>
    </p:spTree>
    <p:extLst>
      <p:ext uri="{BB962C8B-B14F-4D97-AF65-F5344CB8AC3E}">
        <p14:creationId xmlns:p14="http://schemas.microsoft.com/office/powerpoint/2010/main" val="1278074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BDA7C-0637-B6AA-F30C-5F593558679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C258B78-9B29-CE75-D800-9BFA2B1CB551}"/>
              </a:ext>
            </a:extLst>
          </p:cNvPr>
          <p:cNvSpPr>
            <a:spLocks noGrp="1"/>
          </p:cNvSpPr>
          <p:nvPr>
            <p:ph idx="1"/>
          </p:nvPr>
        </p:nvSpPr>
        <p:spPr/>
        <p:txBody>
          <a:bodyPr/>
          <a:lstStyle/>
          <a:p>
            <a:pPr marL="0" indent="0">
              <a:buNone/>
            </a:pPr>
            <a:r>
              <a:rPr lang="en-US" dirty="0"/>
              <a:t>Companies and other third-parties have access to users’ internet data, and whatever they do with it has the potential to cause harm. Companies should tell their users how their data is being used and ask for consent for other uses of their data.</a:t>
            </a:r>
          </a:p>
          <a:p>
            <a:pPr marL="0" indent="0">
              <a:buNone/>
            </a:pPr>
            <a:endParaRPr lang="en-US" dirty="0"/>
          </a:p>
          <a:p>
            <a:pPr marL="0" indent="0" algn="ctr">
              <a:buNone/>
            </a:pPr>
            <a:r>
              <a:rPr lang="en-US" dirty="0"/>
              <a:t>Keep track of how your data </a:t>
            </a:r>
            <a:r>
              <a:rPr lang="en-US"/>
              <a:t>is being used.</a:t>
            </a:r>
            <a:endParaRPr lang="en-US" dirty="0"/>
          </a:p>
        </p:txBody>
      </p:sp>
    </p:spTree>
    <p:extLst>
      <p:ext uri="{BB962C8B-B14F-4D97-AF65-F5344CB8AC3E}">
        <p14:creationId xmlns:p14="http://schemas.microsoft.com/office/powerpoint/2010/main" val="32200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156</TotalTime>
  <Words>223</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Century Gothic</vt:lpstr>
      <vt:lpstr>Wingdings 3</vt:lpstr>
      <vt:lpstr>Ion</vt:lpstr>
      <vt:lpstr>Data Tracking and Privacy</vt:lpstr>
      <vt:lpstr>Data Tracking Dilemma</vt:lpstr>
      <vt:lpstr>Positive and Negative Impacts</vt:lpstr>
      <vt:lpstr>Proposing a Solution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Victoria Jackson</dc:creator>
  <cp:lastModifiedBy>Victoria Jackson</cp:lastModifiedBy>
  <cp:revision>1</cp:revision>
  <dcterms:created xsi:type="dcterms:W3CDTF">2025-02-03T21:39:02Z</dcterms:created>
  <dcterms:modified xsi:type="dcterms:W3CDTF">2025-02-05T19:13:26Z</dcterms:modified>
</cp:coreProperties>
</file>